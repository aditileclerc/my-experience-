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2" r:id="rId5"/>
    <p:sldId id="259" r:id="rId6"/>
    <p:sldId id="260" r:id="rId7"/>
    <p:sldId id="261"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7" d="100"/>
          <a:sy n="67" d="100"/>
        </p:scale>
        <p:origin x="64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8E05C-62AF-4AC4-7449-3697B7CEFD4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CDE0744-DE52-0056-01F9-AC0D33DD115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D20BE0E-4DD5-2E9B-4ADE-EFB81BE3F8D7}"/>
              </a:ext>
            </a:extLst>
          </p:cNvPr>
          <p:cNvSpPr>
            <a:spLocks noGrp="1"/>
          </p:cNvSpPr>
          <p:nvPr>
            <p:ph type="dt" sz="half" idx="10"/>
          </p:nvPr>
        </p:nvSpPr>
        <p:spPr/>
        <p:txBody>
          <a:bodyPr/>
          <a:lstStyle/>
          <a:p>
            <a:fld id="{80FF8A65-A5FD-403A-8C2B-B11A892413B4}" type="datetimeFigureOut">
              <a:rPr lang="en-IN" smtClean="0"/>
              <a:t>17-10-2022</a:t>
            </a:fld>
            <a:endParaRPr lang="en-IN"/>
          </a:p>
        </p:txBody>
      </p:sp>
      <p:sp>
        <p:nvSpPr>
          <p:cNvPr id="5" name="Footer Placeholder 4">
            <a:extLst>
              <a:ext uri="{FF2B5EF4-FFF2-40B4-BE49-F238E27FC236}">
                <a16:creationId xmlns:a16="http://schemas.microsoft.com/office/drawing/2014/main" id="{DC08A988-2C41-29FB-9C3F-8FC47152C5F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1437717-0519-8D57-1C14-2BCFABF71803}"/>
              </a:ext>
            </a:extLst>
          </p:cNvPr>
          <p:cNvSpPr>
            <a:spLocks noGrp="1"/>
          </p:cNvSpPr>
          <p:nvPr>
            <p:ph type="sldNum" sz="quarter" idx="12"/>
          </p:nvPr>
        </p:nvSpPr>
        <p:spPr/>
        <p:txBody>
          <a:bodyPr/>
          <a:lstStyle/>
          <a:p>
            <a:fld id="{8E36ADE5-AFB9-4604-910D-8765E2FFF036}" type="slidenum">
              <a:rPr lang="en-IN" smtClean="0"/>
              <a:t>‹#›</a:t>
            </a:fld>
            <a:endParaRPr lang="en-IN"/>
          </a:p>
        </p:txBody>
      </p:sp>
    </p:spTree>
    <p:extLst>
      <p:ext uri="{BB962C8B-B14F-4D97-AF65-F5344CB8AC3E}">
        <p14:creationId xmlns:p14="http://schemas.microsoft.com/office/powerpoint/2010/main" val="40542646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7AE278-E44D-AFD5-C8EE-B177EA7B93C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F03593A-EA40-631C-7E8D-71992B4317B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F7DFC27-41FD-91E0-D315-4C632D691EE6}"/>
              </a:ext>
            </a:extLst>
          </p:cNvPr>
          <p:cNvSpPr>
            <a:spLocks noGrp="1"/>
          </p:cNvSpPr>
          <p:nvPr>
            <p:ph type="dt" sz="half" idx="10"/>
          </p:nvPr>
        </p:nvSpPr>
        <p:spPr/>
        <p:txBody>
          <a:bodyPr/>
          <a:lstStyle/>
          <a:p>
            <a:fld id="{80FF8A65-A5FD-403A-8C2B-B11A892413B4}" type="datetimeFigureOut">
              <a:rPr lang="en-IN" smtClean="0"/>
              <a:t>17-10-2022</a:t>
            </a:fld>
            <a:endParaRPr lang="en-IN"/>
          </a:p>
        </p:txBody>
      </p:sp>
      <p:sp>
        <p:nvSpPr>
          <p:cNvPr id="5" name="Footer Placeholder 4">
            <a:extLst>
              <a:ext uri="{FF2B5EF4-FFF2-40B4-BE49-F238E27FC236}">
                <a16:creationId xmlns:a16="http://schemas.microsoft.com/office/drawing/2014/main" id="{BDA2B50F-2AF8-D8F6-0E72-23B38292D87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B593B7A-9B94-4AEE-F155-DC7733C37493}"/>
              </a:ext>
            </a:extLst>
          </p:cNvPr>
          <p:cNvSpPr>
            <a:spLocks noGrp="1"/>
          </p:cNvSpPr>
          <p:nvPr>
            <p:ph type="sldNum" sz="quarter" idx="12"/>
          </p:nvPr>
        </p:nvSpPr>
        <p:spPr/>
        <p:txBody>
          <a:bodyPr/>
          <a:lstStyle/>
          <a:p>
            <a:fld id="{8E36ADE5-AFB9-4604-910D-8765E2FFF036}" type="slidenum">
              <a:rPr lang="en-IN" smtClean="0"/>
              <a:t>‹#›</a:t>
            </a:fld>
            <a:endParaRPr lang="en-IN"/>
          </a:p>
        </p:txBody>
      </p:sp>
    </p:spTree>
    <p:extLst>
      <p:ext uri="{BB962C8B-B14F-4D97-AF65-F5344CB8AC3E}">
        <p14:creationId xmlns:p14="http://schemas.microsoft.com/office/powerpoint/2010/main" val="7168397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F58332-F2DE-9E0A-9173-C271CD0F125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2F8ED8F-006A-6FE0-E588-D9BE7C38710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F82BFC3-97D4-FF85-644E-76FC3FB1E34B}"/>
              </a:ext>
            </a:extLst>
          </p:cNvPr>
          <p:cNvSpPr>
            <a:spLocks noGrp="1"/>
          </p:cNvSpPr>
          <p:nvPr>
            <p:ph type="dt" sz="half" idx="10"/>
          </p:nvPr>
        </p:nvSpPr>
        <p:spPr/>
        <p:txBody>
          <a:bodyPr/>
          <a:lstStyle/>
          <a:p>
            <a:fld id="{80FF8A65-A5FD-403A-8C2B-B11A892413B4}" type="datetimeFigureOut">
              <a:rPr lang="en-IN" smtClean="0"/>
              <a:t>17-10-2022</a:t>
            </a:fld>
            <a:endParaRPr lang="en-IN"/>
          </a:p>
        </p:txBody>
      </p:sp>
      <p:sp>
        <p:nvSpPr>
          <p:cNvPr id="5" name="Footer Placeholder 4">
            <a:extLst>
              <a:ext uri="{FF2B5EF4-FFF2-40B4-BE49-F238E27FC236}">
                <a16:creationId xmlns:a16="http://schemas.microsoft.com/office/drawing/2014/main" id="{79B0B457-244E-B99F-90D3-4CFDE03B069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70046C-1FF6-B88E-3759-9366C92AF7F0}"/>
              </a:ext>
            </a:extLst>
          </p:cNvPr>
          <p:cNvSpPr>
            <a:spLocks noGrp="1"/>
          </p:cNvSpPr>
          <p:nvPr>
            <p:ph type="sldNum" sz="quarter" idx="12"/>
          </p:nvPr>
        </p:nvSpPr>
        <p:spPr/>
        <p:txBody>
          <a:bodyPr/>
          <a:lstStyle/>
          <a:p>
            <a:fld id="{8E36ADE5-AFB9-4604-910D-8765E2FFF036}" type="slidenum">
              <a:rPr lang="en-IN" smtClean="0"/>
              <a:t>‹#›</a:t>
            </a:fld>
            <a:endParaRPr lang="en-IN"/>
          </a:p>
        </p:txBody>
      </p:sp>
    </p:spTree>
    <p:extLst>
      <p:ext uri="{BB962C8B-B14F-4D97-AF65-F5344CB8AC3E}">
        <p14:creationId xmlns:p14="http://schemas.microsoft.com/office/powerpoint/2010/main" val="22347026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AD040-A3A9-A0D3-C195-E9D9B4D47C7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355D5F8-16A3-3A69-46EF-038E8B91D40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CCBA1D6-1146-4026-578B-E5C97C6D71E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01E24A5-035E-BE71-6741-99F5896670A8}"/>
              </a:ext>
            </a:extLst>
          </p:cNvPr>
          <p:cNvSpPr>
            <a:spLocks noGrp="1"/>
          </p:cNvSpPr>
          <p:nvPr>
            <p:ph type="dt" sz="half" idx="10"/>
          </p:nvPr>
        </p:nvSpPr>
        <p:spPr/>
        <p:txBody>
          <a:bodyPr/>
          <a:lstStyle/>
          <a:p>
            <a:fld id="{80FF8A65-A5FD-403A-8C2B-B11A892413B4}" type="datetimeFigureOut">
              <a:rPr lang="en-IN" smtClean="0"/>
              <a:t>17-10-2022</a:t>
            </a:fld>
            <a:endParaRPr lang="en-IN"/>
          </a:p>
        </p:txBody>
      </p:sp>
      <p:sp>
        <p:nvSpPr>
          <p:cNvPr id="6" name="Footer Placeholder 5">
            <a:extLst>
              <a:ext uri="{FF2B5EF4-FFF2-40B4-BE49-F238E27FC236}">
                <a16:creationId xmlns:a16="http://schemas.microsoft.com/office/drawing/2014/main" id="{C535801D-CB6F-26A7-1E5B-051663AA214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B4DC05B-C74F-1050-34E9-7C5BFE3D55BA}"/>
              </a:ext>
            </a:extLst>
          </p:cNvPr>
          <p:cNvSpPr>
            <a:spLocks noGrp="1"/>
          </p:cNvSpPr>
          <p:nvPr>
            <p:ph type="sldNum" sz="quarter" idx="12"/>
          </p:nvPr>
        </p:nvSpPr>
        <p:spPr/>
        <p:txBody>
          <a:bodyPr/>
          <a:lstStyle/>
          <a:p>
            <a:fld id="{8E36ADE5-AFB9-4604-910D-8765E2FFF036}" type="slidenum">
              <a:rPr lang="en-IN" smtClean="0"/>
              <a:t>‹#›</a:t>
            </a:fld>
            <a:endParaRPr lang="en-IN"/>
          </a:p>
        </p:txBody>
      </p:sp>
    </p:spTree>
    <p:extLst>
      <p:ext uri="{BB962C8B-B14F-4D97-AF65-F5344CB8AC3E}">
        <p14:creationId xmlns:p14="http://schemas.microsoft.com/office/powerpoint/2010/main" val="1550022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DAB0B-9004-F4FA-7FE6-FF942BD46C2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1ECD886-2F9F-25F3-0F4B-3D8FDC21BBD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5762090-5D6E-399E-41AD-506D5416260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70630C3-2A94-5A97-444E-BB2F8EEB692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0D38705-32AA-A24D-A46D-9741AA2EB79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5DE0575-B9DB-F343-0567-17F15756A57F}"/>
              </a:ext>
            </a:extLst>
          </p:cNvPr>
          <p:cNvSpPr>
            <a:spLocks noGrp="1"/>
          </p:cNvSpPr>
          <p:nvPr>
            <p:ph type="dt" sz="half" idx="10"/>
          </p:nvPr>
        </p:nvSpPr>
        <p:spPr/>
        <p:txBody>
          <a:bodyPr/>
          <a:lstStyle/>
          <a:p>
            <a:fld id="{80FF8A65-A5FD-403A-8C2B-B11A892413B4}" type="datetimeFigureOut">
              <a:rPr lang="en-IN" smtClean="0"/>
              <a:t>17-10-2022</a:t>
            </a:fld>
            <a:endParaRPr lang="en-IN"/>
          </a:p>
        </p:txBody>
      </p:sp>
      <p:sp>
        <p:nvSpPr>
          <p:cNvPr id="8" name="Footer Placeholder 7">
            <a:extLst>
              <a:ext uri="{FF2B5EF4-FFF2-40B4-BE49-F238E27FC236}">
                <a16:creationId xmlns:a16="http://schemas.microsoft.com/office/drawing/2014/main" id="{F85F9496-DF81-2B68-C59C-9C2F5C3A98A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F180160-AEDC-F1A8-777C-E52F41787327}"/>
              </a:ext>
            </a:extLst>
          </p:cNvPr>
          <p:cNvSpPr>
            <a:spLocks noGrp="1"/>
          </p:cNvSpPr>
          <p:nvPr>
            <p:ph type="sldNum" sz="quarter" idx="12"/>
          </p:nvPr>
        </p:nvSpPr>
        <p:spPr/>
        <p:txBody>
          <a:bodyPr/>
          <a:lstStyle/>
          <a:p>
            <a:fld id="{8E36ADE5-AFB9-4604-910D-8765E2FFF036}" type="slidenum">
              <a:rPr lang="en-IN" smtClean="0"/>
              <a:t>‹#›</a:t>
            </a:fld>
            <a:endParaRPr lang="en-IN"/>
          </a:p>
        </p:txBody>
      </p:sp>
    </p:spTree>
    <p:extLst>
      <p:ext uri="{BB962C8B-B14F-4D97-AF65-F5344CB8AC3E}">
        <p14:creationId xmlns:p14="http://schemas.microsoft.com/office/powerpoint/2010/main" val="31288756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8025F-539E-9FEE-09D0-8C628DB4E5D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78ABF1C-76AD-CA99-1BB3-E208EDEAE16E}"/>
              </a:ext>
            </a:extLst>
          </p:cNvPr>
          <p:cNvSpPr>
            <a:spLocks noGrp="1"/>
          </p:cNvSpPr>
          <p:nvPr>
            <p:ph type="dt" sz="half" idx="10"/>
          </p:nvPr>
        </p:nvSpPr>
        <p:spPr/>
        <p:txBody>
          <a:bodyPr/>
          <a:lstStyle/>
          <a:p>
            <a:fld id="{80FF8A65-A5FD-403A-8C2B-B11A892413B4}" type="datetimeFigureOut">
              <a:rPr lang="en-IN" smtClean="0"/>
              <a:t>17-10-2022</a:t>
            </a:fld>
            <a:endParaRPr lang="en-IN"/>
          </a:p>
        </p:txBody>
      </p:sp>
      <p:sp>
        <p:nvSpPr>
          <p:cNvPr id="4" name="Footer Placeholder 3">
            <a:extLst>
              <a:ext uri="{FF2B5EF4-FFF2-40B4-BE49-F238E27FC236}">
                <a16:creationId xmlns:a16="http://schemas.microsoft.com/office/drawing/2014/main" id="{E8F5B71F-1BC9-84BE-F2B3-9B00106C2C9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E3C1D21-1755-6C9D-B1F3-83329BC33527}"/>
              </a:ext>
            </a:extLst>
          </p:cNvPr>
          <p:cNvSpPr>
            <a:spLocks noGrp="1"/>
          </p:cNvSpPr>
          <p:nvPr>
            <p:ph type="sldNum" sz="quarter" idx="12"/>
          </p:nvPr>
        </p:nvSpPr>
        <p:spPr/>
        <p:txBody>
          <a:bodyPr/>
          <a:lstStyle/>
          <a:p>
            <a:fld id="{8E36ADE5-AFB9-4604-910D-8765E2FFF036}" type="slidenum">
              <a:rPr lang="en-IN" smtClean="0"/>
              <a:t>‹#›</a:t>
            </a:fld>
            <a:endParaRPr lang="en-IN"/>
          </a:p>
        </p:txBody>
      </p:sp>
    </p:spTree>
    <p:extLst>
      <p:ext uri="{BB962C8B-B14F-4D97-AF65-F5344CB8AC3E}">
        <p14:creationId xmlns:p14="http://schemas.microsoft.com/office/powerpoint/2010/main" val="33347094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41616ED-DFED-CB7A-C260-D103DD4F4A81}"/>
              </a:ext>
            </a:extLst>
          </p:cNvPr>
          <p:cNvSpPr>
            <a:spLocks noGrp="1"/>
          </p:cNvSpPr>
          <p:nvPr>
            <p:ph type="dt" sz="half" idx="10"/>
          </p:nvPr>
        </p:nvSpPr>
        <p:spPr/>
        <p:txBody>
          <a:bodyPr/>
          <a:lstStyle/>
          <a:p>
            <a:fld id="{80FF8A65-A5FD-403A-8C2B-B11A892413B4}" type="datetimeFigureOut">
              <a:rPr lang="en-IN" smtClean="0"/>
              <a:t>17-10-2022</a:t>
            </a:fld>
            <a:endParaRPr lang="en-IN"/>
          </a:p>
        </p:txBody>
      </p:sp>
      <p:sp>
        <p:nvSpPr>
          <p:cNvPr id="3" name="Footer Placeholder 2">
            <a:extLst>
              <a:ext uri="{FF2B5EF4-FFF2-40B4-BE49-F238E27FC236}">
                <a16:creationId xmlns:a16="http://schemas.microsoft.com/office/drawing/2014/main" id="{59D9116C-389B-6FA2-913A-EC02EF8DE92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0CC2649-099B-6B3E-3EA9-EDE9B6FE1C75}"/>
              </a:ext>
            </a:extLst>
          </p:cNvPr>
          <p:cNvSpPr>
            <a:spLocks noGrp="1"/>
          </p:cNvSpPr>
          <p:nvPr>
            <p:ph type="sldNum" sz="quarter" idx="12"/>
          </p:nvPr>
        </p:nvSpPr>
        <p:spPr/>
        <p:txBody>
          <a:bodyPr/>
          <a:lstStyle/>
          <a:p>
            <a:fld id="{8E36ADE5-AFB9-4604-910D-8765E2FFF036}" type="slidenum">
              <a:rPr lang="en-IN" smtClean="0"/>
              <a:t>‹#›</a:t>
            </a:fld>
            <a:endParaRPr lang="en-IN"/>
          </a:p>
        </p:txBody>
      </p:sp>
    </p:spTree>
    <p:extLst>
      <p:ext uri="{BB962C8B-B14F-4D97-AF65-F5344CB8AC3E}">
        <p14:creationId xmlns:p14="http://schemas.microsoft.com/office/powerpoint/2010/main" val="31088787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E2B65B-8E65-D54A-5692-4F21A4AE9B7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D8BAC2F-9CEA-3CAB-DF13-ED7701045CE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A097AC8-D9DB-B4B0-19F8-27876E8553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BB807E-61A9-E563-8F04-03DDFE4BC57D}"/>
              </a:ext>
            </a:extLst>
          </p:cNvPr>
          <p:cNvSpPr>
            <a:spLocks noGrp="1"/>
          </p:cNvSpPr>
          <p:nvPr>
            <p:ph type="dt" sz="half" idx="10"/>
          </p:nvPr>
        </p:nvSpPr>
        <p:spPr/>
        <p:txBody>
          <a:bodyPr/>
          <a:lstStyle/>
          <a:p>
            <a:fld id="{80FF8A65-A5FD-403A-8C2B-B11A892413B4}" type="datetimeFigureOut">
              <a:rPr lang="en-IN" smtClean="0"/>
              <a:t>17-10-2022</a:t>
            </a:fld>
            <a:endParaRPr lang="en-IN"/>
          </a:p>
        </p:txBody>
      </p:sp>
      <p:sp>
        <p:nvSpPr>
          <p:cNvPr id="6" name="Footer Placeholder 5">
            <a:extLst>
              <a:ext uri="{FF2B5EF4-FFF2-40B4-BE49-F238E27FC236}">
                <a16:creationId xmlns:a16="http://schemas.microsoft.com/office/drawing/2014/main" id="{B4B77F3E-4F92-FF6F-672B-88E740F8192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95496C2-1651-E0AF-E119-A576E17A466E}"/>
              </a:ext>
            </a:extLst>
          </p:cNvPr>
          <p:cNvSpPr>
            <a:spLocks noGrp="1"/>
          </p:cNvSpPr>
          <p:nvPr>
            <p:ph type="sldNum" sz="quarter" idx="12"/>
          </p:nvPr>
        </p:nvSpPr>
        <p:spPr/>
        <p:txBody>
          <a:bodyPr/>
          <a:lstStyle/>
          <a:p>
            <a:fld id="{8E36ADE5-AFB9-4604-910D-8765E2FFF036}" type="slidenum">
              <a:rPr lang="en-IN" smtClean="0"/>
              <a:t>‹#›</a:t>
            </a:fld>
            <a:endParaRPr lang="en-IN"/>
          </a:p>
        </p:txBody>
      </p:sp>
    </p:spTree>
    <p:extLst>
      <p:ext uri="{BB962C8B-B14F-4D97-AF65-F5344CB8AC3E}">
        <p14:creationId xmlns:p14="http://schemas.microsoft.com/office/powerpoint/2010/main" val="39102966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CD960-F60D-5F13-47FA-F03907C6C53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8B73F6F-CC0A-59D8-1CB4-89316274073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3A8CD0C-45BC-5FB5-061E-75C529733B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D6E5D97-EDA5-E8A3-6C86-D869FFBE1332}"/>
              </a:ext>
            </a:extLst>
          </p:cNvPr>
          <p:cNvSpPr>
            <a:spLocks noGrp="1"/>
          </p:cNvSpPr>
          <p:nvPr>
            <p:ph type="dt" sz="half" idx="10"/>
          </p:nvPr>
        </p:nvSpPr>
        <p:spPr/>
        <p:txBody>
          <a:bodyPr/>
          <a:lstStyle/>
          <a:p>
            <a:fld id="{80FF8A65-A5FD-403A-8C2B-B11A892413B4}" type="datetimeFigureOut">
              <a:rPr lang="en-IN" smtClean="0"/>
              <a:t>17-10-2022</a:t>
            </a:fld>
            <a:endParaRPr lang="en-IN"/>
          </a:p>
        </p:txBody>
      </p:sp>
      <p:sp>
        <p:nvSpPr>
          <p:cNvPr id="6" name="Footer Placeholder 5">
            <a:extLst>
              <a:ext uri="{FF2B5EF4-FFF2-40B4-BE49-F238E27FC236}">
                <a16:creationId xmlns:a16="http://schemas.microsoft.com/office/drawing/2014/main" id="{0F691F16-0A0F-13AC-6B78-0BBD8E2419F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6DE445E-7E49-FB5D-3F68-E0551DF1CB5B}"/>
              </a:ext>
            </a:extLst>
          </p:cNvPr>
          <p:cNvSpPr>
            <a:spLocks noGrp="1"/>
          </p:cNvSpPr>
          <p:nvPr>
            <p:ph type="sldNum" sz="quarter" idx="12"/>
          </p:nvPr>
        </p:nvSpPr>
        <p:spPr/>
        <p:txBody>
          <a:bodyPr/>
          <a:lstStyle/>
          <a:p>
            <a:fld id="{8E36ADE5-AFB9-4604-910D-8765E2FFF036}" type="slidenum">
              <a:rPr lang="en-IN" smtClean="0"/>
              <a:t>‹#›</a:t>
            </a:fld>
            <a:endParaRPr lang="en-IN"/>
          </a:p>
        </p:txBody>
      </p:sp>
    </p:spTree>
    <p:extLst>
      <p:ext uri="{BB962C8B-B14F-4D97-AF65-F5344CB8AC3E}">
        <p14:creationId xmlns:p14="http://schemas.microsoft.com/office/powerpoint/2010/main" val="17535955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AD6B3-2B48-6973-3B72-EECF3ECFB51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FB96F9A-1824-1224-161B-69E9E8F670B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60CD4C3-7A1C-7547-CB34-6226714FD01D}"/>
              </a:ext>
            </a:extLst>
          </p:cNvPr>
          <p:cNvSpPr>
            <a:spLocks noGrp="1"/>
          </p:cNvSpPr>
          <p:nvPr>
            <p:ph type="dt" sz="half" idx="10"/>
          </p:nvPr>
        </p:nvSpPr>
        <p:spPr/>
        <p:txBody>
          <a:bodyPr/>
          <a:lstStyle/>
          <a:p>
            <a:fld id="{80FF8A65-A5FD-403A-8C2B-B11A892413B4}" type="datetimeFigureOut">
              <a:rPr lang="en-IN" smtClean="0"/>
              <a:t>17-10-2022</a:t>
            </a:fld>
            <a:endParaRPr lang="en-IN"/>
          </a:p>
        </p:txBody>
      </p:sp>
      <p:sp>
        <p:nvSpPr>
          <p:cNvPr id="5" name="Footer Placeholder 4">
            <a:extLst>
              <a:ext uri="{FF2B5EF4-FFF2-40B4-BE49-F238E27FC236}">
                <a16:creationId xmlns:a16="http://schemas.microsoft.com/office/drawing/2014/main" id="{BD8A0551-E688-843A-827B-E382CAA465E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DA6F62A-D9A7-DD21-961B-CA902039FE97}"/>
              </a:ext>
            </a:extLst>
          </p:cNvPr>
          <p:cNvSpPr>
            <a:spLocks noGrp="1"/>
          </p:cNvSpPr>
          <p:nvPr>
            <p:ph type="sldNum" sz="quarter" idx="12"/>
          </p:nvPr>
        </p:nvSpPr>
        <p:spPr/>
        <p:txBody>
          <a:bodyPr/>
          <a:lstStyle/>
          <a:p>
            <a:fld id="{8E36ADE5-AFB9-4604-910D-8765E2FFF036}" type="slidenum">
              <a:rPr lang="en-IN" smtClean="0"/>
              <a:t>‹#›</a:t>
            </a:fld>
            <a:endParaRPr lang="en-IN"/>
          </a:p>
        </p:txBody>
      </p:sp>
    </p:spTree>
    <p:extLst>
      <p:ext uri="{BB962C8B-B14F-4D97-AF65-F5344CB8AC3E}">
        <p14:creationId xmlns:p14="http://schemas.microsoft.com/office/powerpoint/2010/main" val="40653994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B124C60-1328-178E-300D-EC569FAEE49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B211588-200D-58D7-B492-86F8A9B824C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C80C832-6BBD-FA96-BCB3-A2F58EA2F5F4}"/>
              </a:ext>
            </a:extLst>
          </p:cNvPr>
          <p:cNvSpPr>
            <a:spLocks noGrp="1"/>
          </p:cNvSpPr>
          <p:nvPr>
            <p:ph type="dt" sz="half" idx="10"/>
          </p:nvPr>
        </p:nvSpPr>
        <p:spPr/>
        <p:txBody>
          <a:bodyPr/>
          <a:lstStyle/>
          <a:p>
            <a:fld id="{80FF8A65-A5FD-403A-8C2B-B11A892413B4}" type="datetimeFigureOut">
              <a:rPr lang="en-IN" smtClean="0"/>
              <a:t>17-10-2022</a:t>
            </a:fld>
            <a:endParaRPr lang="en-IN"/>
          </a:p>
        </p:txBody>
      </p:sp>
      <p:sp>
        <p:nvSpPr>
          <p:cNvPr id="5" name="Footer Placeholder 4">
            <a:extLst>
              <a:ext uri="{FF2B5EF4-FFF2-40B4-BE49-F238E27FC236}">
                <a16:creationId xmlns:a16="http://schemas.microsoft.com/office/drawing/2014/main" id="{D4518699-7116-3689-A9A3-BF62975D53D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90AC5A0-4EC8-D9B0-F8F6-94E231878941}"/>
              </a:ext>
            </a:extLst>
          </p:cNvPr>
          <p:cNvSpPr>
            <a:spLocks noGrp="1"/>
          </p:cNvSpPr>
          <p:nvPr>
            <p:ph type="sldNum" sz="quarter" idx="12"/>
          </p:nvPr>
        </p:nvSpPr>
        <p:spPr/>
        <p:txBody>
          <a:bodyPr/>
          <a:lstStyle/>
          <a:p>
            <a:fld id="{8E36ADE5-AFB9-4604-910D-8765E2FFF036}" type="slidenum">
              <a:rPr lang="en-IN" smtClean="0"/>
              <a:t>‹#›</a:t>
            </a:fld>
            <a:endParaRPr lang="en-IN"/>
          </a:p>
        </p:txBody>
      </p:sp>
    </p:spTree>
    <p:extLst>
      <p:ext uri="{BB962C8B-B14F-4D97-AF65-F5344CB8AC3E}">
        <p14:creationId xmlns:p14="http://schemas.microsoft.com/office/powerpoint/2010/main" val="5537502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09CA286-3F99-0D74-BF2E-E1BB8E65316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F6964B1-ECB1-6401-D4D3-A1684E925C1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6797B93-1B4C-D8B5-D77B-97850E5CEFC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0FF8A65-A5FD-403A-8C2B-B11A892413B4}" type="datetimeFigureOut">
              <a:rPr lang="en-IN" smtClean="0"/>
              <a:t>17-10-2022</a:t>
            </a:fld>
            <a:endParaRPr lang="en-IN"/>
          </a:p>
        </p:txBody>
      </p:sp>
      <p:sp>
        <p:nvSpPr>
          <p:cNvPr id="5" name="Footer Placeholder 4">
            <a:extLst>
              <a:ext uri="{FF2B5EF4-FFF2-40B4-BE49-F238E27FC236}">
                <a16:creationId xmlns:a16="http://schemas.microsoft.com/office/drawing/2014/main" id="{A63B3A08-D898-C4EC-F70E-E8ED90318B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D2C90D99-34FC-CDE1-E846-247BF56251A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36ADE5-AFB9-4604-910D-8765E2FFF036}" type="slidenum">
              <a:rPr lang="en-IN" smtClean="0"/>
              <a:t>‹#›</a:t>
            </a:fld>
            <a:endParaRPr lang="en-IN"/>
          </a:p>
        </p:txBody>
      </p:sp>
    </p:spTree>
    <p:extLst>
      <p:ext uri="{BB962C8B-B14F-4D97-AF65-F5344CB8AC3E}">
        <p14:creationId xmlns:p14="http://schemas.microsoft.com/office/powerpoint/2010/main" val="13957671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6CC5C-AB86-93BA-C21C-1E1578D38B05}"/>
              </a:ext>
            </a:extLst>
          </p:cNvPr>
          <p:cNvSpPr>
            <a:spLocks noGrp="1"/>
          </p:cNvSpPr>
          <p:nvPr>
            <p:ph type="ctrTitle"/>
          </p:nvPr>
        </p:nvSpPr>
        <p:spPr>
          <a:xfrm>
            <a:off x="476250" y="2278062"/>
            <a:ext cx="11239500" cy="981074"/>
          </a:xfrm>
        </p:spPr>
        <p:txBody>
          <a:bodyPr/>
          <a:lstStyle/>
          <a:p>
            <a:r>
              <a:rPr lang="en-US" dirty="0"/>
              <a:t>Junction – Connect through books</a:t>
            </a:r>
            <a:endParaRPr lang="en-IN" dirty="0"/>
          </a:p>
        </p:txBody>
      </p:sp>
      <p:sp>
        <p:nvSpPr>
          <p:cNvPr id="3" name="Subtitle 2">
            <a:extLst>
              <a:ext uri="{FF2B5EF4-FFF2-40B4-BE49-F238E27FC236}">
                <a16:creationId xmlns:a16="http://schemas.microsoft.com/office/drawing/2014/main" id="{EC42C9CC-88D2-783C-7954-396B1E544399}"/>
              </a:ext>
            </a:extLst>
          </p:cNvPr>
          <p:cNvSpPr>
            <a:spLocks noGrp="1"/>
          </p:cNvSpPr>
          <p:nvPr>
            <p:ph type="subTitle" idx="1"/>
          </p:nvPr>
        </p:nvSpPr>
        <p:spPr>
          <a:xfrm>
            <a:off x="1524000" y="4259263"/>
            <a:ext cx="9144000" cy="1655762"/>
          </a:xfrm>
        </p:spPr>
        <p:txBody>
          <a:bodyPr>
            <a:normAutofit lnSpcReduction="10000"/>
          </a:bodyPr>
          <a:lstStyle/>
          <a:p>
            <a:r>
              <a:rPr lang="en-US" dirty="0"/>
              <a:t>Project by –</a:t>
            </a:r>
          </a:p>
          <a:p>
            <a:r>
              <a:rPr lang="en-US" dirty="0"/>
              <a:t>Aditi Kannan 2101102010</a:t>
            </a:r>
          </a:p>
          <a:p>
            <a:r>
              <a:rPr lang="en-US" dirty="0"/>
              <a:t>Ahana Chatterjee 21011102011</a:t>
            </a:r>
          </a:p>
          <a:p>
            <a:r>
              <a:rPr lang="en-US" dirty="0"/>
              <a:t>Aishwarya R 21011102012</a:t>
            </a:r>
            <a:endParaRPr lang="en-IN" dirty="0"/>
          </a:p>
        </p:txBody>
      </p:sp>
    </p:spTree>
    <p:extLst>
      <p:ext uri="{BB962C8B-B14F-4D97-AF65-F5344CB8AC3E}">
        <p14:creationId xmlns:p14="http://schemas.microsoft.com/office/powerpoint/2010/main" val="37155835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3E402-E74C-14E1-B59B-B44AF7BC6FF0}"/>
              </a:ext>
            </a:extLst>
          </p:cNvPr>
          <p:cNvSpPr>
            <a:spLocks noGrp="1"/>
          </p:cNvSpPr>
          <p:nvPr>
            <p:ph type="title"/>
          </p:nvPr>
        </p:nvSpPr>
        <p:spPr/>
        <p:txBody>
          <a:bodyPr/>
          <a:lstStyle/>
          <a:p>
            <a:r>
              <a:rPr lang="en-US" dirty="0"/>
              <a:t>Project Overview</a:t>
            </a:r>
            <a:endParaRPr lang="en-IN" dirty="0"/>
          </a:p>
        </p:txBody>
      </p:sp>
      <p:sp>
        <p:nvSpPr>
          <p:cNvPr id="3" name="Content Placeholder 2">
            <a:extLst>
              <a:ext uri="{FF2B5EF4-FFF2-40B4-BE49-F238E27FC236}">
                <a16:creationId xmlns:a16="http://schemas.microsoft.com/office/drawing/2014/main" id="{3C7A8F14-F958-37D1-7E7A-8F76DEE25AAF}"/>
              </a:ext>
            </a:extLst>
          </p:cNvPr>
          <p:cNvSpPr>
            <a:spLocks noGrp="1"/>
          </p:cNvSpPr>
          <p:nvPr>
            <p:ph idx="1"/>
          </p:nvPr>
        </p:nvSpPr>
        <p:spPr/>
        <p:txBody>
          <a:bodyPr/>
          <a:lstStyle/>
          <a:p>
            <a:pPr marL="0" indent="0">
              <a:lnSpc>
                <a:spcPct val="106000"/>
              </a:lnSpc>
              <a:spcAft>
                <a:spcPts val="800"/>
              </a:spcAft>
              <a:buNone/>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“Junction – connecting through words”</a:t>
            </a:r>
            <a:r>
              <a:rPr lang="en-IN" sz="1800" dirty="0">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We are using this app to connect people through books and to create a common ground for all the book lovers.</a:t>
            </a:r>
          </a:p>
          <a:p>
            <a:pPr marL="0" indent="0">
              <a:lnSpc>
                <a:spcPct val="106000"/>
              </a:lnSpc>
              <a:spcAft>
                <a:spcPts val="800"/>
              </a:spcAft>
              <a:buNone/>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This project’s aim is to provide a common platform for all book lovers to connect real time through our website or application.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6000"/>
              </a:lnSpc>
              <a:spcAft>
                <a:spcPts val="800"/>
              </a:spcAft>
              <a:buNone/>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6000"/>
              </a:lnSpc>
              <a:spcAft>
                <a:spcPts val="800"/>
              </a:spcAft>
              <a:buNone/>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6837312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71792-AE24-8B01-F315-B130068BC2DD}"/>
              </a:ext>
            </a:extLst>
          </p:cNvPr>
          <p:cNvSpPr>
            <a:spLocks noGrp="1"/>
          </p:cNvSpPr>
          <p:nvPr>
            <p:ph type="title"/>
          </p:nvPr>
        </p:nvSpPr>
        <p:spPr/>
        <p:txBody>
          <a:bodyPr/>
          <a:lstStyle/>
          <a:p>
            <a:r>
              <a:rPr lang="en-US" dirty="0"/>
              <a:t>Problem Statement</a:t>
            </a:r>
            <a:endParaRPr lang="en-IN" dirty="0"/>
          </a:p>
        </p:txBody>
      </p:sp>
      <p:sp>
        <p:nvSpPr>
          <p:cNvPr id="3" name="Content Placeholder 2">
            <a:extLst>
              <a:ext uri="{FF2B5EF4-FFF2-40B4-BE49-F238E27FC236}">
                <a16:creationId xmlns:a16="http://schemas.microsoft.com/office/drawing/2014/main" id="{99777773-E3A2-FB38-AF82-6DFAEFEF1165}"/>
              </a:ext>
            </a:extLst>
          </p:cNvPr>
          <p:cNvSpPr>
            <a:spLocks noGrp="1"/>
          </p:cNvSpPr>
          <p:nvPr>
            <p:ph idx="1"/>
          </p:nvPr>
        </p:nvSpPr>
        <p:spPr/>
        <p:txBody>
          <a:bodyPr/>
          <a:lstStyle/>
          <a:p>
            <a:r>
              <a:rPr lang="en-IN" sz="1800" dirty="0">
                <a:effectLst/>
                <a:latin typeface="Times New Roman" panose="02020603050405020304" pitchFamily="18" charset="0"/>
                <a:ea typeface="Calibri" panose="020F0502020204030204" pitchFamily="34" charset="0"/>
                <a:cs typeface="Times New Roman" panose="02020603050405020304" pitchFamily="18" charset="0"/>
              </a:rPr>
              <a:t>Reading culture is decreasing as there isn’t a dedicated forum for literature that is widely known. Platforms that already exist are either outdated for this generation or obsolete. This lack of readers is also affecting the quality of books being published. Readers have also expressed how it is to find people reading the same book as them unless it’s a popular series. This application will connect readers everywhere real-time as they are reading.</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800" dirty="0">
                <a:effectLst/>
                <a:latin typeface="Times New Roman" panose="02020603050405020304" pitchFamily="18" charset="0"/>
                <a:ea typeface="Calibri" panose="020F0502020204030204" pitchFamily="34" charset="0"/>
                <a:cs typeface="Times New Roman" panose="02020603050405020304" pitchFamily="18" charset="0"/>
              </a:rPr>
              <a:t>Our project aims to fill in this space in the market and provide this useful service for readers everywhere. It is an unique social media app, which hasn’t been made before, as this space hasn’t been recognised by others.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5419465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4D09EE-D8BF-7A71-36BF-86969659F857}"/>
              </a:ext>
            </a:extLst>
          </p:cNvPr>
          <p:cNvSpPr>
            <a:spLocks noGrp="1"/>
          </p:cNvSpPr>
          <p:nvPr>
            <p:ph type="title"/>
          </p:nvPr>
        </p:nvSpPr>
        <p:spPr/>
        <p:txBody>
          <a:bodyPr/>
          <a:lstStyle/>
          <a:p>
            <a:r>
              <a:rPr lang="en-US" dirty="0"/>
              <a:t>Development process </a:t>
            </a:r>
            <a:endParaRPr lang="en-IN" dirty="0"/>
          </a:p>
        </p:txBody>
      </p:sp>
      <p:sp>
        <p:nvSpPr>
          <p:cNvPr id="3" name="Content Placeholder 2">
            <a:extLst>
              <a:ext uri="{FF2B5EF4-FFF2-40B4-BE49-F238E27FC236}">
                <a16:creationId xmlns:a16="http://schemas.microsoft.com/office/drawing/2014/main" id="{7BC30144-FA7F-C752-6CA1-9496AE67EE60}"/>
              </a:ext>
            </a:extLst>
          </p:cNvPr>
          <p:cNvSpPr>
            <a:spLocks noGrp="1"/>
          </p:cNvSpPr>
          <p:nvPr>
            <p:ph idx="1"/>
          </p:nvPr>
        </p:nvSpPr>
        <p:spPr/>
        <p:txBody>
          <a:bodyPr/>
          <a:lstStyle/>
          <a:p>
            <a:pPr>
              <a:lnSpc>
                <a:spcPct val="107000"/>
              </a:lnSpc>
              <a:spcAft>
                <a:spcPts val="800"/>
              </a:spcAft>
            </a:pPr>
            <a:r>
              <a:rPr lang="en-IN" sz="1800" b="1" dirty="0">
                <a:solidFill>
                  <a:srgbClr val="242424"/>
                </a:solidFill>
                <a:effectLst/>
                <a:latin typeface="poppinsregular"/>
                <a:ea typeface="Calibri" panose="020F0502020204030204" pitchFamily="34" charset="0"/>
                <a:cs typeface="Times New Roman" panose="02020603050405020304" pitchFamily="18" charset="0"/>
              </a:rPr>
              <a:t>Process Flow</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800" b="1" dirty="0">
                <a:solidFill>
                  <a:srgbClr val="242424"/>
                </a:solidFill>
                <a:effectLst/>
                <a:latin typeface="poppinsregular"/>
                <a:ea typeface="Calibri" panose="020F0502020204030204" pitchFamily="34" charset="0"/>
                <a:cs typeface="Times New Roman" panose="02020603050405020304" pitchFamily="18" charset="0"/>
              </a:rPr>
              <a:t>Ideation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800" b="1" dirty="0">
                <a:solidFill>
                  <a:srgbClr val="242424"/>
                </a:solidFill>
                <a:effectLst/>
                <a:latin typeface="poppinsregular"/>
                <a:ea typeface="Calibri" panose="020F0502020204030204" pitchFamily="34" charset="0"/>
                <a:cs typeface="Times New Roman" panose="02020603050405020304" pitchFamily="18" charset="0"/>
              </a:rPr>
              <a:t>Making an outline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800" b="1" dirty="0">
                <a:solidFill>
                  <a:srgbClr val="242424"/>
                </a:solidFill>
                <a:effectLst/>
                <a:latin typeface="poppinsregular"/>
                <a:ea typeface="Calibri" panose="020F0502020204030204" pitchFamily="34" charset="0"/>
                <a:cs typeface="Times New Roman" panose="02020603050405020304" pitchFamily="18" charset="0"/>
              </a:rPr>
              <a:t>Designing - frontend</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800" b="1" dirty="0">
                <a:solidFill>
                  <a:srgbClr val="242424"/>
                </a:solidFill>
                <a:effectLst/>
                <a:latin typeface="poppinsregular"/>
                <a:ea typeface="Calibri" panose="020F0502020204030204" pitchFamily="34" charset="0"/>
                <a:cs typeface="Times New Roman" panose="02020603050405020304" pitchFamily="18" charset="0"/>
              </a:rPr>
              <a:t>Coding- backend and database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800" b="1" dirty="0">
                <a:solidFill>
                  <a:srgbClr val="242424"/>
                </a:solidFill>
                <a:effectLst/>
                <a:latin typeface="poppinsregular"/>
                <a:ea typeface="Calibri" panose="020F0502020204030204" pitchFamily="34" charset="0"/>
                <a:cs typeface="Times New Roman" panose="02020603050405020304" pitchFamily="18" charset="0"/>
              </a:rPr>
              <a:t>Testing and quality assurance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800" b="1" dirty="0">
                <a:solidFill>
                  <a:srgbClr val="242424"/>
                </a:solidFill>
                <a:effectLst/>
                <a:latin typeface="poppinsregular"/>
                <a:ea typeface="Calibri" panose="020F0502020204030204" pitchFamily="34" charset="0"/>
                <a:cs typeface="Times New Roman" panose="02020603050405020304" pitchFamily="18" charset="0"/>
              </a:rPr>
              <a:t>Debugging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800" b="1" dirty="0">
                <a:solidFill>
                  <a:srgbClr val="242424"/>
                </a:solidFill>
                <a:effectLst/>
                <a:latin typeface="poppinsregular"/>
                <a:ea typeface="Calibri" panose="020F0502020204030204" pitchFamily="34" charset="0"/>
                <a:cs typeface="Times New Roman" panose="02020603050405020304" pitchFamily="18" charset="0"/>
              </a:rPr>
              <a:t>Making the application live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3481737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94260-C6FB-414D-2DC7-65A51A023AD0}"/>
              </a:ext>
            </a:extLst>
          </p:cNvPr>
          <p:cNvSpPr>
            <a:spLocks noGrp="1"/>
          </p:cNvSpPr>
          <p:nvPr>
            <p:ph type="title"/>
          </p:nvPr>
        </p:nvSpPr>
        <p:spPr/>
        <p:txBody>
          <a:bodyPr/>
          <a:lstStyle/>
          <a:p>
            <a:r>
              <a:rPr lang="en-US" dirty="0"/>
              <a:t>Progress so far</a:t>
            </a:r>
            <a:endParaRPr lang="en-IN" dirty="0"/>
          </a:p>
        </p:txBody>
      </p:sp>
      <p:sp>
        <p:nvSpPr>
          <p:cNvPr id="3" name="Content Placeholder 2">
            <a:extLst>
              <a:ext uri="{FF2B5EF4-FFF2-40B4-BE49-F238E27FC236}">
                <a16:creationId xmlns:a16="http://schemas.microsoft.com/office/drawing/2014/main" id="{08B8A607-F39F-A21D-6049-8E860D28AF46}"/>
              </a:ext>
            </a:extLst>
          </p:cNvPr>
          <p:cNvSpPr>
            <a:spLocks noGrp="1"/>
          </p:cNvSpPr>
          <p:nvPr>
            <p:ph idx="1"/>
          </p:nvPr>
        </p:nvSpPr>
        <p:spPr/>
        <p:txBody>
          <a:bodyPr/>
          <a:lstStyle/>
          <a:p>
            <a:r>
              <a:rPr lang="en-US" dirty="0"/>
              <a:t>So far we have:</a:t>
            </a:r>
          </a:p>
          <a:p>
            <a:pPr marL="0" indent="0">
              <a:buNone/>
            </a:pPr>
            <a:r>
              <a:rPr lang="en-US" dirty="0"/>
              <a:t>Completed the database</a:t>
            </a:r>
          </a:p>
          <a:p>
            <a:pPr marL="0" indent="0">
              <a:buNone/>
            </a:pPr>
            <a:r>
              <a:rPr lang="en-US" dirty="0"/>
              <a:t>Found sample datasets</a:t>
            </a:r>
          </a:p>
          <a:p>
            <a:pPr marL="0" indent="0">
              <a:buNone/>
            </a:pPr>
            <a:r>
              <a:rPr lang="en-US" dirty="0"/>
              <a:t>Finished frontend framework</a:t>
            </a:r>
          </a:p>
          <a:p>
            <a:pPr marL="0" indent="0">
              <a:buNone/>
            </a:pPr>
            <a:r>
              <a:rPr lang="en-US" dirty="0"/>
              <a:t>Coded the chat functionality on python</a:t>
            </a:r>
          </a:p>
        </p:txBody>
      </p:sp>
    </p:spTree>
    <p:extLst>
      <p:ext uri="{BB962C8B-B14F-4D97-AF65-F5344CB8AC3E}">
        <p14:creationId xmlns:p14="http://schemas.microsoft.com/office/powerpoint/2010/main" val="29546514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EE673-EB0A-1B35-5936-08DD1BFBEE69}"/>
              </a:ext>
            </a:extLst>
          </p:cNvPr>
          <p:cNvSpPr>
            <a:spLocks noGrp="1"/>
          </p:cNvSpPr>
          <p:nvPr>
            <p:ph type="title"/>
          </p:nvPr>
        </p:nvSpPr>
        <p:spPr/>
        <p:txBody>
          <a:bodyPr/>
          <a:lstStyle/>
          <a:p>
            <a:r>
              <a:rPr lang="en-US" dirty="0"/>
              <a:t>Work remaining</a:t>
            </a:r>
            <a:endParaRPr lang="en-IN" dirty="0"/>
          </a:p>
        </p:txBody>
      </p:sp>
      <p:sp>
        <p:nvSpPr>
          <p:cNvPr id="3" name="Content Placeholder 2">
            <a:extLst>
              <a:ext uri="{FF2B5EF4-FFF2-40B4-BE49-F238E27FC236}">
                <a16:creationId xmlns:a16="http://schemas.microsoft.com/office/drawing/2014/main" id="{4C7D2DDF-0AB8-C694-E251-36D486BA96D9}"/>
              </a:ext>
            </a:extLst>
          </p:cNvPr>
          <p:cNvSpPr>
            <a:spLocks noGrp="1"/>
          </p:cNvSpPr>
          <p:nvPr>
            <p:ph idx="1"/>
          </p:nvPr>
        </p:nvSpPr>
        <p:spPr/>
        <p:txBody>
          <a:bodyPr/>
          <a:lstStyle/>
          <a:p>
            <a:r>
              <a:rPr lang="en-US" dirty="0"/>
              <a:t>We have to:</a:t>
            </a:r>
          </a:p>
          <a:p>
            <a:pPr marL="0" indent="0">
              <a:buNone/>
            </a:pPr>
            <a:r>
              <a:rPr lang="en-US" dirty="0"/>
              <a:t>Connect the frontend and the backend (database)</a:t>
            </a:r>
          </a:p>
          <a:p>
            <a:pPr marL="0" indent="0">
              <a:buNone/>
            </a:pPr>
            <a:r>
              <a:rPr lang="en-US" dirty="0"/>
              <a:t>Implement the chat function in our website</a:t>
            </a:r>
          </a:p>
          <a:p>
            <a:pPr marL="0" indent="0">
              <a:buNone/>
            </a:pPr>
            <a:r>
              <a:rPr lang="en-US" dirty="0"/>
              <a:t>Run the full project</a:t>
            </a:r>
          </a:p>
          <a:p>
            <a:pPr marL="0" indent="0">
              <a:buNone/>
            </a:pPr>
            <a:r>
              <a:rPr lang="en-US" dirty="0"/>
              <a:t>Debugging </a:t>
            </a:r>
          </a:p>
          <a:p>
            <a:pPr marL="0" indent="0">
              <a:buNone/>
            </a:pPr>
            <a:endParaRPr lang="en-IN" dirty="0"/>
          </a:p>
        </p:txBody>
      </p:sp>
    </p:spTree>
    <p:extLst>
      <p:ext uri="{BB962C8B-B14F-4D97-AF65-F5344CB8AC3E}">
        <p14:creationId xmlns:p14="http://schemas.microsoft.com/office/powerpoint/2010/main" val="10022348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96690E-5F79-EC6E-6583-0A5A3E4ABBA2}"/>
              </a:ext>
            </a:extLst>
          </p:cNvPr>
          <p:cNvSpPr>
            <a:spLocks noGrp="1"/>
          </p:cNvSpPr>
          <p:nvPr>
            <p:ph type="title"/>
          </p:nvPr>
        </p:nvSpPr>
        <p:spPr/>
        <p:txBody>
          <a:bodyPr/>
          <a:lstStyle/>
          <a:p>
            <a:r>
              <a:rPr lang="en-US" dirty="0"/>
              <a:t>Future functionalities and add-ons</a:t>
            </a:r>
            <a:endParaRPr lang="en-IN" dirty="0"/>
          </a:p>
        </p:txBody>
      </p:sp>
      <p:sp>
        <p:nvSpPr>
          <p:cNvPr id="3" name="Content Placeholder 2">
            <a:extLst>
              <a:ext uri="{FF2B5EF4-FFF2-40B4-BE49-F238E27FC236}">
                <a16:creationId xmlns:a16="http://schemas.microsoft.com/office/drawing/2014/main" id="{D4626ACA-903D-BEEA-DE74-DE740CE05481}"/>
              </a:ext>
            </a:extLst>
          </p:cNvPr>
          <p:cNvSpPr>
            <a:spLocks noGrp="1"/>
          </p:cNvSpPr>
          <p:nvPr>
            <p:ph idx="1"/>
          </p:nvPr>
        </p:nvSpPr>
        <p:spPr/>
        <p:txBody>
          <a:bodyPr/>
          <a:lstStyle/>
          <a:p>
            <a:r>
              <a:rPr lang="en-US" dirty="0"/>
              <a:t>In the future, we plan on adding some more updates and functionalities to our project:</a:t>
            </a:r>
          </a:p>
          <a:p>
            <a:pPr marL="0" indent="0">
              <a:buNone/>
            </a:pPr>
            <a:r>
              <a:rPr lang="en-US" dirty="0"/>
              <a:t>A music playlist feature</a:t>
            </a:r>
          </a:p>
          <a:p>
            <a:pPr marL="0" indent="0">
              <a:buNone/>
            </a:pPr>
            <a:r>
              <a:rPr lang="en-US" dirty="0"/>
              <a:t>A book recommendations feature</a:t>
            </a:r>
          </a:p>
          <a:p>
            <a:pPr marL="0" indent="0">
              <a:buNone/>
            </a:pPr>
            <a:r>
              <a:rPr lang="en-US" dirty="0"/>
              <a:t>A mobile ap if possible in future</a:t>
            </a:r>
            <a:endParaRPr lang="en-IN" dirty="0"/>
          </a:p>
        </p:txBody>
      </p:sp>
    </p:spTree>
    <p:extLst>
      <p:ext uri="{BB962C8B-B14F-4D97-AF65-F5344CB8AC3E}">
        <p14:creationId xmlns:p14="http://schemas.microsoft.com/office/powerpoint/2010/main" val="39546440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8B47AC8-7184-B972-DF1E-C53298C92B57}"/>
              </a:ext>
            </a:extLst>
          </p:cNvPr>
          <p:cNvSpPr>
            <a:spLocks noGrp="1"/>
          </p:cNvSpPr>
          <p:nvPr>
            <p:ph type="ctrTitle"/>
          </p:nvPr>
        </p:nvSpPr>
        <p:spPr/>
        <p:txBody>
          <a:bodyPr/>
          <a:lstStyle/>
          <a:p>
            <a:endParaRPr lang="en-IN"/>
          </a:p>
        </p:txBody>
      </p:sp>
      <p:sp>
        <p:nvSpPr>
          <p:cNvPr id="5" name="Subtitle 4">
            <a:extLst>
              <a:ext uri="{FF2B5EF4-FFF2-40B4-BE49-F238E27FC236}">
                <a16:creationId xmlns:a16="http://schemas.microsoft.com/office/drawing/2014/main" id="{7A2DD048-E105-364C-39D4-68FE5E99F4C9}"/>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7624879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Savon</Template>
  <TotalTime>94</TotalTime>
  <Words>304</Words>
  <Application>Microsoft Office PowerPoint</Application>
  <PresentationFormat>Widescreen</PresentationFormat>
  <Paragraphs>38</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Calibri</vt:lpstr>
      <vt:lpstr>Calibri Light</vt:lpstr>
      <vt:lpstr>poppinsregular</vt:lpstr>
      <vt:lpstr>Times New Roman</vt:lpstr>
      <vt:lpstr>Office Theme</vt:lpstr>
      <vt:lpstr>Junction – Connect through books</vt:lpstr>
      <vt:lpstr>Project Overview</vt:lpstr>
      <vt:lpstr>Problem Statement</vt:lpstr>
      <vt:lpstr>Development process </vt:lpstr>
      <vt:lpstr>Progress so far</vt:lpstr>
      <vt:lpstr>Work remaining</vt:lpstr>
      <vt:lpstr>Future functionalities and add-ons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Junction – Connect through books</dc:title>
  <dc:creator>ADITI KANNAN</dc:creator>
  <cp:lastModifiedBy>ADITI KANNAN</cp:lastModifiedBy>
  <cp:revision>1</cp:revision>
  <dcterms:created xsi:type="dcterms:W3CDTF">2022-10-17T04:39:29Z</dcterms:created>
  <dcterms:modified xsi:type="dcterms:W3CDTF">2022-10-17T06:13:59Z</dcterms:modified>
</cp:coreProperties>
</file>